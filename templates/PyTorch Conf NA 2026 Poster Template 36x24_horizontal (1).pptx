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9456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3">
          <p15:clr>
            <a:srgbClr val="A4A3A4"/>
          </p15:clr>
        </p15:guide>
        <p15:guide id="2" pos="10370">
          <p15:clr>
            <a:srgbClr val="A4A3A4"/>
          </p15:clr>
        </p15:guide>
      </p15:sldGuideLst>
    </p:ext>
    <p:ext uri="{2D200454-40CA-4A62-9FC3-DE9A4176ACB9}">
      <p15:notesGuideLst>
        <p15:guide id="1" orient="horz" pos="3033">
          <p15:clr>
            <a:srgbClr val="A4A3A4"/>
          </p15:clr>
        </p15:guide>
        <p15:guide id="2" pos="2554">
          <p15:clr>
            <a:srgbClr val="A4A3A4"/>
          </p15:clr>
        </p15:guide>
      </p15:notesGuideLst>
    </p:ext>
    <p:ext uri="GoogleSlidesCustomDataVersion2">
      <go:slidesCustomData xmlns:go="http://customooxmlschemas.google.com/" r:id="rId7" roundtripDataSignature="AMtx7mi7bKGiPeGRMSylRx4qZwARA8lc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3" orient="horz"/>
        <p:guide pos="1037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33" orient="horz"/>
        <p:guide pos="255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 txBox="1"/>
          <p:nvPr>
            <p:ph idx="2" type="hdr"/>
          </p:nvPr>
        </p:nvSpPr>
        <p:spPr>
          <a:xfrm>
            <a:off x="0" y="0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0" type="dt"/>
          </p:nvPr>
        </p:nvSpPr>
        <p:spPr>
          <a:xfrm>
            <a:off x="3884613" y="0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/>
          <p:nvPr>
            <p:ph idx="3" type="sldImg"/>
          </p:nvPr>
        </p:nvSpPr>
        <p:spPr>
          <a:xfrm>
            <a:off x="859251" y="685800"/>
            <a:ext cx="5133000" cy="34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n"/>
          <p:cNvSpPr txBox="1"/>
          <p:nvPr>
            <p:ph idx="1" type="body"/>
          </p:nvPr>
        </p:nvSpPr>
        <p:spPr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n"/>
          <p:cNvSpPr txBox="1"/>
          <p:nvPr>
            <p:ph idx="11" type="ftr"/>
          </p:nvPr>
        </p:nvSpPr>
        <p:spPr>
          <a:xfrm>
            <a:off x="0" y="8685213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n"/>
          <p:cNvSpPr txBox="1"/>
          <p:nvPr>
            <p:ph idx="12" type="sldNum"/>
          </p:nvPr>
        </p:nvSpPr>
        <p:spPr>
          <a:xfrm>
            <a:off x="3884613" y="8685213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343400"/>
            <a:ext cx="5480050" cy="410845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116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859251" y="685800"/>
            <a:ext cx="5133000" cy="34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275" lIns="102450" spcFirstLastPara="1" rIns="102450" wrap="square" tIns="53275">
            <a:noAutofit/>
          </a:bodyPr>
          <a:lstStyle>
            <a:lvl1pPr lvl="0" marR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83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912">
          <p15:clr>
            <a:srgbClr val="FBAE40"/>
          </p15:clr>
        </p15:guide>
        <p15:guide id="2" pos="103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title="pytorchcon_na26_postertemplate-01.png"/>
          <p:cNvPicPr preferRelativeResize="0"/>
          <p:nvPr/>
        </p:nvPicPr>
        <p:blipFill rotWithShape="1">
          <a:blip r:embed="rId1">
            <a:alphaModFix/>
          </a:blip>
          <a:srcRect b="30" l="0" r="0" t="30"/>
          <a:stretch/>
        </p:blipFill>
        <p:spPr>
          <a:xfrm>
            <a:off x="-28782" y="1"/>
            <a:ext cx="32947195" cy="219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275" lIns="102450" spcFirstLastPara="1" rIns="102450" wrap="square" tIns="53275">
            <a:noAutofit/>
          </a:bodyPr>
          <a:lstStyle>
            <a:lvl1pPr lv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83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645925" y="5852165"/>
            <a:ext cx="27903900" cy="12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1000"/>
              </a:lnSpc>
              <a:spcBef>
                <a:spcPts val="2711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8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1000"/>
              </a:lnSpc>
              <a:spcBef>
                <a:spcPts val="237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7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1000"/>
              </a:lnSpc>
              <a:spcBef>
                <a:spcPts val="2033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1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50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50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10715636" y="21244573"/>
            <a:ext cx="166821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Times New Roman"/>
              <a:buNone/>
            </a:pPr>
            <a:r>
              <a:t/>
            </a:r>
            <a:endParaRPr b="0" i="0" sz="1675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title="pytorchcon_na26_postertemplate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900" y="-154674"/>
            <a:ext cx="4882237" cy="345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wrap="none" lIns="102450" tIns="53275" rIns="102450" bIns="53275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Arial"/>
                <a:cs typeface="Arial"/>
              </a:rPr>
              <a:t>Poster Title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Author Name</a:t>
            </a:r>
            <a:r>
              <a:rPr lang="en-US" sz="3200" b="0" dirty="0">
                <a:solidFill>
                  <a:srgbClr val="FFFFFF"/>
                </a:solidFill>
                <a:latin typeface="Arial"/>
                <a:cs typeface="Arial"/>
              </a:rPr>
              <a:t>, Affiliation</a:t>
            </a: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        Coauthor Name</a:t>
            </a:r>
            <a:r>
              <a:rPr lang="en-US" sz="3200" b="0" dirty="0">
                <a:solidFill>
                  <a:srgbClr val="FFFFFF"/>
                </a:solidFill>
                <a:latin typeface="Arial"/>
                <a:cs typeface="Arial"/>
              </a:rPr>
              <a:t>, Affiliation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title>PyTorch Conf NA 2026 Poster Template 36x24 horizontal (recovered)</dc:title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">
    <vt:lpwstr>1</vt:lpwstr>
  </property>
  <property fmtid="{D5CDD505-2E9C-101B-9397-08002B2CF9AE}" pid="3" name="SecurityClass">
    <vt:lpwstr>Confidential</vt:lpwstr>
  </property>
  <property fmtid="{D5CDD505-2E9C-101B-9397-08002B2CF9AE}" pid="4" name="Prepared">
    <vt:lpwstr/>
  </property>
  <property fmtid="{D5CDD505-2E9C-101B-9397-08002B2CF9AE}" pid="5" name="Checked">
    <vt:lpwstr/>
  </property>
  <property fmtid="{D5CDD505-2E9C-101B-9397-08002B2CF9AE}" pid="6" name="Date">
    <vt:lpwstr>8/26/2014</vt:lpwstr>
  </property>
  <property fmtid="{D5CDD505-2E9C-101B-9397-08002B2CF9AE}" pid="7" name="Revision">
    <vt:lpwstr>PA1</vt:lpwstr>
  </property>
  <property fmtid="{D5CDD505-2E9C-101B-9397-08002B2CF9AE}" pid="8" name="Title">
    <vt:lpwstr/>
  </property>
  <property fmtid="{D5CDD505-2E9C-101B-9397-08002B2CF9AE}" pid="9" name="DocName">
    <vt:lpwstr/>
  </property>
  <property fmtid="{D5CDD505-2E9C-101B-9397-08002B2CF9AE}" pid="10" name="DocNo">
    <vt:lpwstr/>
  </property>
  <property fmtid="{D5CDD505-2E9C-101B-9397-08002B2CF9AE}" pid="11" name="ApprovedBy">
    <vt:lpwstr/>
  </property>
  <property fmtid="{D5CDD505-2E9C-101B-9397-08002B2CF9AE}" pid="12" name="Reference">
    <vt:lpwstr/>
  </property>
  <property fmtid="{D5CDD505-2E9C-101B-9397-08002B2CF9AE}" pid="13" name="Keyword">
    <vt:lpwstr/>
  </property>
  <property fmtid="{D5CDD505-2E9C-101B-9397-08002B2CF9AE}" pid="14" name="LeftFooterField">
    <vt:lpwstr>DocNo</vt:lpwstr>
  </property>
  <property fmtid="{D5CDD505-2E9C-101B-9397-08002B2CF9AE}" pid="15" name="RightFooterField">
    <vt:lpwstr>Title</vt:lpwstr>
  </property>
  <property fmtid="{D5CDD505-2E9C-101B-9397-08002B2CF9AE}" pid="16" name="MiddleFooterField">
    <vt:lpwstr>Date</vt:lpwstr>
  </property>
  <property fmtid="{D5CDD505-2E9C-101B-9397-08002B2CF9AE}" pid="17" name="SecClassViewType">
    <vt:lpwstr>False</vt:lpwstr>
  </property>
  <property fmtid="{D5CDD505-2E9C-101B-9397-08002B2CF9AE}" pid="18" name="FooterType">
    <vt:lpwstr>CVL</vt:lpwstr>
  </property>
  <property fmtid="{D5CDD505-2E9C-101B-9397-08002B2CF9AE}" pid="19" name="DocumentType">
    <vt:lpwstr/>
  </property>
  <property fmtid="{D5CDD505-2E9C-101B-9397-08002B2CF9AE}" pid="20" name="TemplateName">
    <vt:lpwstr/>
  </property>
  <property fmtid="{D5CDD505-2E9C-101B-9397-08002B2CF9AE}" pid="21" name="TemplateVersion">
    <vt:lpwstr/>
  </property>
  <property fmtid="{D5CDD505-2E9C-101B-9397-08002B2CF9AE}" pid="22" name="TotalNumb">
    <vt:lpwstr>False</vt:lpwstr>
  </property>
</Properties>
</file>